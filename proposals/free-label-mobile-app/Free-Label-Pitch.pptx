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7A4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1828800"/>
          </a:xfrm>
          <a:prstGeom prst="rect">
            <a:avLst/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0"/>
            <a:ext cx="4419295" cy="457200"/>
          </a:xfrm>
          <a:prstGeom prst="rect">
            <a:avLst/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1097280"/>
            <a:ext cx="365760" cy="365760"/>
          </a:xfrm>
          <a:prstGeom prst="ellipse">
            <a:avLst/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20272" y="2633472"/>
            <a:ext cx="219456" cy="219456"/>
          </a:xfrm>
          <a:prstGeom prst="ellipse">
            <a:avLst/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45168" y="3675888"/>
            <a:ext cx="329184" cy="329184"/>
          </a:xfrm>
          <a:prstGeom prst="ellipse">
            <a:avLst/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44784" y="4992624"/>
            <a:ext cx="256032" cy="256032"/>
          </a:xfrm>
          <a:prstGeom prst="ellipse">
            <a:avLst/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0" y="6035040"/>
            <a:ext cx="182880" cy="182880"/>
          </a:xfrm>
          <a:prstGeom prst="ellipse">
            <a:avLst/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914400"/>
            <a:ext cx="73152" cy="2194560"/>
          </a:xfrm>
          <a:prstGeom prst="rect">
            <a:avLst/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914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A4D3D"/>
                </a:solidFill>
                <a:latin typeface="Calibri"/>
              </a:rPr>
              <a:t>MOBILE APP ·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32588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0">
                <a:solidFill>
                  <a:srgbClr val="2A2520"/>
                </a:solidFill>
                <a:latin typeface="Georgia"/>
              </a:rPr>
              <a:t>Free Label.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68880"/>
            <a:ext cx="6858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7A4D3D"/>
                </a:solidFill>
                <a:latin typeface="Georgia"/>
              </a:rPr>
              <a:t>The bra that</a:t>
            </a:r>
          </a:p>
          <a:p>
            <a:pPr algn="l"/>
            <a:r>
              <a:rPr sz="2800" b="0">
                <a:solidFill>
                  <a:srgbClr val="7A4D3D"/>
                </a:solidFill>
                <a:latin typeface="Georgia"/>
              </a:rPr>
              <a:t>finally fits.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206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E72"/>
                </a:solidFill>
                <a:latin typeface="Calibri"/>
              </a:rPr>
              <a:t>Wire-free. Bamboo. Sized A to L. Made in Vancouver.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864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Prepared for the Free Label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520"/>
                </a:solidFill>
                <a:latin typeface="Georgia"/>
              </a:rPr>
              <a:t>Wire-free is winning. Sizing it is still hard.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0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>
                <a:solidFill>
                  <a:srgbClr val="7A4D3D"/>
                </a:solidFill>
                <a:latin typeface="Georgia"/>
              </a:rPr>
              <a:t>A–L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cup sizes plus bands XS–5X.</a:t>
            </a:r>
          </a:p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Most inclusive in category.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7E72"/>
                </a:solidFill>
                <a:latin typeface="Calibri"/>
              </a:rPr>
              <a:t>Most customers under-size on first try. Fit AI fixes that.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56032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>
                <a:solidFill>
                  <a:srgbClr val="7A4D3D"/>
                </a:solidFill>
                <a:latin typeface="Georgia"/>
              </a:rPr>
              <a:t>220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7490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made per drop.</a:t>
            </a:r>
          </a:p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Real demand, not predictions.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7E72"/>
                </a:solidFill>
                <a:latin typeface="Calibri"/>
              </a:rPr>
              <a:t>Small-batch is the brand promise. The Drop pillar makes it visible.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9456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56032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>
                <a:solidFill>
                  <a:srgbClr val="7A4D3D"/>
                </a:solidFill>
                <a:latin typeface="Georgia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7490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cut and sewn in Vancouver</a:t>
            </a:r>
          </a:p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+ Toronto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7E72"/>
                </a:solidFill>
                <a:latin typeface="Calibri"/>
              </a:rPr>
              <a:t>Local production is the moat. Free size-swap is the customer trust.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E72"/>
                </a:solidFill>
                <a:latin typeface="Calibri"/>
              </a:rPr>
              <a:t>Free Label · Mobile App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E72"/>
                </a:solidFill>
                <a:latin typeface="Calibri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520"/>
                </a:solidFill>
                <a:latin typeface="Georgia"/>
              </a:rPr>
              <a:t>Not another store — a fit engine.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0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2520"/>
                </a:solidFill>
                <a:latin typeface="Georgia"/>
              </a:rPr>
              <a:t>Free Label sells the bra most women buy wrong the first time — wire-free, elastic-free, made in Vancouver from bamboo, sized from A to L cup and up to 5X.</a:t>
            </a:r>
          </a:p>
          <a:p>
            <a:pPr algn="l"/>
            <a:r>
              <a:rPr sz="2000" b="0">
                <a:solidFill>
                  <a:srgbClr val="2A2520"/>
                </a:solidFill>
                <a:latin typeface="Georgia"/>
              </a:rPr>
              <a:t/>
            </a:r>
          </a:p>
          <a:p>
            <a:pPr algn="l"/>
            <a:r>
              <a:rPr sz="2000" b="0">
                <a:solidFill>
                  <a:srgbClr val="2A2520"/>
                </a:solidFill>
                <a:latin typeface="Georgia"/>
              </a:rPr>
              <a:t>The customer who finds her bra on the app is a customer for life. The Fit Finder gets her there before she returns the wrong size. The Wardrobe tracks how each piece felt. The Drop calendar respects the small-batch ethic. The Comfort Lab teaches care. Everything in service of the fit that finally 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778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A2520"/>
                </a:solidFill>
                <a:latin typeface="Calibri"/>
              </a:rPr>
              <a:t>• Reduces returns — fit AI is worth more than any other feature dollar-for-dollar in this category</a:t>
            </a:r>
          </a:p>
          <a:p>
            <a:pPr algn="l"/>
            <a:r>
              <a:rPr sz="1300" b="0">
                <a:solidFill>
                  <a:srgbClr val="2A2520"/>
                </a:solidFill>
                <a:latin typeface="Calibri"/>
              </a:rPr>
              <a:t>• Surfaces the small-batch story honestly — production transparency without fake urgency</a:t>
            </a:r>
          </a:p>
          <a:p>
            <a:pPr algn="l"/>
            <a:r>
              <a:rPr sz="1300" b="0">
                <a:solidFill>
                  <a:srgbClr val="2A2520"/>
                </a:solidFill>
                <a:latin typeface="Calibri"/>
              </a:rPr>
              <a:t>• Makes free size-swap feel like a feature, not a cost — turns expected friction into trust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E72"/>
                </a:solidFill>
                <a:latin typeface="Calibri"/>
              </a:rPr>
              <a:t>Free Label · Mobile App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E72"/>
                </a:solidFill>
                <a:latin typeface="Calibri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520"/>
                </a:solidFill>
                <a:latin typeface="Georgia"/>
              </a:rPr>
              <a:t>Six pillars — five customer-facing, one internal.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0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C08F7A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2520"/>
                </a:solidFill>
                <a:latin typeface="Georgia"/>
              </a:rPr>
              <a:t>The Fit Finder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4-question guided flow. Per-style fit notes. "Compare to a bra you own."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94560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2194560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D8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D8A5A5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34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2520"/>
                </a:solidFill>
                <a:latin typeface="Georgia"/>
              </a:rPr>
              <a:t>The Wardrobe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3375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Register every piece. "Felt good" / "felt off" log — not wear count.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194560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2194560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C9A85E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834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2520"/>
                </a:solidFill>
                <a:latin typeface="Georgia"/>
              </a:rPr>
              <a:t>The Drop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3375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Per-drop batch count visible. Production progress. Real, not fake urgency.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416552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416552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9B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5994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9BB0A0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56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2520"/>
                </a:solidFill>
                <a:latin typeface="Georgia"/>
              </a:rPr>
              <a:t>The Comfort 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59552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Care videos for bamboo. Bra-fitting tips. Find-your-fit guarantee process.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416552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43400" y="4416552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7A4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5994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7A4D3D"/>
                </a:solidFill>
                <a:latin typeface="Georg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056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2520"/>
                </a:solidFill>
                <a:latin typeface="Georgia"/>
              </a:rPr>
              <a:t>The Shop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5559552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Multi-currency. Drop calendar. Notify-me on size-swap availability.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416552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38160" y="4416552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2A2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45994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A2520"/>
                </a:solidFill>
                <a:latin typeface="Georg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056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2520"/>
                </a:solidFill>
                <a:latin typeface="Georgia"/>
              </a:rPr>
              <a:t>The Studio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559552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Internal-facing web admin portal — Fit-Finder rules, drops, swaps, concierge.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E72"/>
                </a:solidFill>
                <a:latin typeface="Calibri"/>
              </a:rPr>
              <a:t>Free Label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E72"/>
                </a:solidFill>
                <a:latin typeface="Calibri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PHASE 1 · LAUNCH (MONTHS 0–4)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520"/>
                </a:solidFill>
                <a:latin typeface="Georgia"/>
              </a:rPr>
              <a:t>Foundations: Fit Finder, Wardrobe, Drop, Comfort Lab, Shop, Free.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0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E72"/>
                </a:solidFill>
                <a:latin typeface="Calibri"/>
              </a:rPr>
              <a:t>Everything a customer needs in their first 90 days.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Multilingual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EN + FR at launch.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Multi-currency storefront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CAD + USD.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Fit Finder · 4-question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Cup feel · band feel · support level · neckline.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Per-style fit notes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Andie, Carrie, and 6 more — each with visual fit guide.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"Compare to a bra you own"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Anchor sizing to a brand the customer already wears.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Free size-swap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Tied to loyalty wallet · 30-day window · default not perk.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Wardrobe · "felt good" 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Quick tap, no shaming, no streaks.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Pair-with suggestions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Matching bamboo sets are the cult product.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667512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2960" y="704088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67848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The Drop · batch count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70866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"This drop is 220 Carrie bras." Real demand, not fake urgency.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667512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46520" y="704088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0840" y="67848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Restock alerts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70866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Notify-me when sold-out drops re-batch.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76809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22960" y="80467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77906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Pre-order for cult favourites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80924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Andie pre-orders fund production.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72200" y="76809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446520" y="80467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20840" y="77906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Comfort Lab · care videos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80924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Bamboo wash + care · bra-fitting tips · with founder.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86868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22960" y="90525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7280" y="87965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Lab chat (AI)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90982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Multilingual fit + fabric coach with size-swap baked in.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72200" y="86868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446520" y="90525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20840" y="87965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Visual search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20840" y="90982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Photograph a bra, find it.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8640" y="96926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22960" y="100584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97280" y="98023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Wardrobe-gap analyser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" y="101041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"You have 3 Andies but no everyday Carrie."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72200" y="96926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446520" y="100584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20840" y="98023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The Studio (web admin)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20840" y="101041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Fit-Finder rules, drops, batch tracker, swaps, concierge.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E72"/>
                </a:solidFill>
                <a:latin typeface="Calibri"/>
              </a:rPr>
              <a:t>Free Label · Mobile App Pitch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E72"/>
                </a:solidFill>
                <a:latin typeface="Calibri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PHASE 2 · DEPTH (MONTHS 5–9)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520"/>
                </a:solidFill>
                <a:latin typeface="Georgia"/>
              </a:rPr>
              <a:t>AR fit, body inclusivity expansion, B2B.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0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E72"/>
                </a:solidFill>
                <a:latin typeface="Calibri"/>
              </a:rPr>
              <a:t>Features that turn launch into the most-trusted fit experience in the category.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AR fit visualisation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See a bra silhouette on body proportions before you order.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Photo-based fit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Upload a mirror photo, get specific feedback (band, cup, strap).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Plus-cup (G–L) confidence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Dedicated guidance for larger-cup customers.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Trans + nonbinary fit guidance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Opt-in, sensitive content for binders, post-top-surgery.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Wholesale + boutique B2B portal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Vancouver / Toronto boutique partners.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Heritage / archive sale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Past-season cult favourites re-released.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Founder dispatches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Jess short videos per drop.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Returns triage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Fit-related vs damage-related routing.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E72"/>
                </a:solidFill>
                <a:latin typeface="Calibri"/>
              </a:rPr>
              <a:t>Free Label · Mobile App Pitch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E72"/>
                </a:solidFill>
                <a:latin typeface="Calibri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PHASE 3 · CULTURAL AUTHORITY (MONTHS 10+)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520"/>
                </a:solidFill>
                <a:latin typeface="Georgia"/>
              </a:rPr>
              <a:t>From an app to the bra-fitting standard.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0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E72"/>
                </a:solidFill>
                <a:latin typeface="Calibri"/>
              </a:rPr>
              <a:t>Long-form storytelling, community, operational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Editorial / journal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Long-form on bra fitting, body comfort, bamboo science.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Annual VOICES film series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Real customers in their pieces, all body sizes.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Multilingual content scaling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EN-first, AI drafts FR/ES/IT/JP for editor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Demand-sensing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Wishlists + Drop signals feed small-batch production planning.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Counterfeit listing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Amazon, eBay, Poshmark.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VIP signal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Concierge welcomes top-loyal customers.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Long-term wear study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Anonymised data on which bras last 3+ years.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Wholesale demand-sensing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Boutique waitlist signal informs production allocation.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E72"/>
                </a:solidFill>
                <a:latin typeface="Calibri"/>
              </a:rPr>
              <a:t>Free Label · Mobile App Pitch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E72"/>
                </a:solidFill>
                <a:latin typeface="Calibri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520"/>
                </a:solidFill>
                <a:latin typeface="Georgia"/>
              </a:rPr>
              <a:t>Onboarding — under 90 seconds, in EN or FR.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0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E72"/>
                </a:solidFill>
                <a:latin typeface="Calibri"/>
              </a:rPr>
              <a:t>The first screen earns trust by asking what feels good — not what looks slimming.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7A4D3D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Bonjour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Welcome in two languages.</a:t>
            </a:r>
          </a:p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Tap your language; everything follows.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60904" y="4114800"/>
            <a:ext cx="164592" cy="365760"/>
          </a:xfrm>
          <a:prstGeom prst="rightArrow">
            <a:avLst/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7A4D3D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Sign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Apple, Google, or email.</a:t>
            </a:r>
          </a:p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No forms.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46904" y="4114800"/>
            <a:ext cx="164592" cy="365760"/>
          </a:xfrm>
          <a:prstGeom prst="rightArrow">
            <a:avLst/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20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7A4D3D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Your fit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Cup, band, body comfort</a:t>
            </a:r>
          </a:p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preferences. Body shape opt-in.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32904" y="4114800"/>
            <a:ext cx="164592" cy="365760"/>
          </a:xfrm>
          <a:prstGeom prst="rightArrow">
            <a:avLst/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06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7A4D3D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What you wear 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What brands fit you well?</a:t>
            </a:r>
          </a:p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Anchors the Fit Finder.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518904" y="4114800"/>
            <a:ext cx="164592" cy="365760"/>
          </a:xfrm>
          <a:prstGeom prst="rightArrow">
            <a:avLst/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92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7A4D3D"/>
                </a:solidFill>
                <a:latin typeface="Georgia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First moment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Run the Fit Finder for any bra —</a:t>
            </a:r>
          </a:p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or browse the current drop.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A4D3D"/>
                </a:solidFill>
                <a:latin typeface="Calibri"/>
              </a:rPr>
              <a:t>DESIGN PRINCIPLE   —   Body shape is opt-in. Never weight or BMI. Never "slimming" language.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E72"/>
                </a:solidFill>
                <a:latin typeface="Calibri"/>
              </a:rPr>
              <a:t>Free Label · Mobile App Pitch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E72"/>
                </a:solidFill>
                <a:latin typeface="Calibri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USER FLOW ·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520"/>
                </a:solidFill>
                <a:latin typeface="Georgia"/>
              </a:rPr>
              <a:t>First bra → cult customer.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0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E72"/>
                </a:solidFill>
                <a:latin typeface="Calibri"/>
              </a:rPr>
              <a:t>From a wired-bra refugee to a Free Label loyalist in two swaps.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Calibri"/>
              </a:rPr>
              <a:t>Sees the Andie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E72"/>
                </a:solidFill>
                <a:latin typeface="Calibri"/>
              </a:rPr>
              <a:t>Instagram. Saves the listing. Notes the A-L sizing range.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2888" y="4069080"/>
            <a:ext cx="228600" cy="365760"/>
          </a:xfrm>
          <a:prstGeom prst="rightArrow">
            <a:avLst/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FIT FINDER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Calibri"/>
              </a:rPr>
              <a:t>Runs the 4-question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E72"/>
                </a:solidFill>
                <a:latin typeface="Calibri"/>
              </a:rPr>
              <a:t>Anchors to her current 36DD wired bra. AI: "Try L cup, M band — drop one cup wire-free."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91456" y="4069080"/>
            <a:ext cx="228600" cy="365760"/>
          </a:xfrm>
          <a:prstGeom prst="rightArrow">
            <a:avLst/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65776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Calibri"/>
              </a:rPr>
              <a:t>Apple Pay checkout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E72"/>
                </a:solidFill>
                <a:latin typeface="Calibri"/>
              </a:rPr>
              <a:t>Two taps. Free size-swap noted at checkout — no anxiety.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50024" y="4069080"/>
            <a:ext cx="228600" cy="365760"/>
          </a:xfrm>
          <a:prstGeom prst="rightArrow">
            <a:avLst/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24344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4344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SWAP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Calibri"/>
              </a:rPr>
              <a:t>Second size lands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E72"/>
                </a:solidFill>
                <a:latin typeface="Calibri"/>
              </a:rPr>
              <a:t>L was a touch tight in band. Swaps to L cup, L band — free, ships next day.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08592" y="4069080"/>
            <a:ext cx="228600" cy="365760"/>
          </a:xfrm>
          <a:prstGeom prst="rightArrow">
            <a:avLst/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82912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82912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LOYAL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Calibri"/>
              </a:rPr>
              <a:t>Six months 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E72"/>
                </a:solidFill>
                <a:latin typeface="Calibri"/>
              </a:rPr>
              <a:t>4 Free Label bras. Wears nothing else. Refers two friends. Cult formed.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E72"/>
                </a:solidFill>
                <a:latin typeface="Calibri"/>
              </a:rPr>
              <a:t>Free Label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E72"/>
                </a:solidFill>
                <a:latin typeface="Calibri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USER FLOW ·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520"/>
                </a:solidFill>
                <a:latin typeface="Georgia"/>
              </a:rPr>
              <a:t>Plus-cup customer (G–L) — the underserved category.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0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E72"/>
                </a:solidFill>
                <a:latin typeface="Calibri"/>
              </a:rPr>
              <a:t>Most brands fail plus-cup customers on confidence. Free Label's app makes that the strength.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ARRIVE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Calibri"/>
              </a:rPr>
              <a:t>Looking for L cup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E72"/>
                </a:solidFill>
                <a:latin typeface="Calibri"/>
              </a:rPr>
              <a:t>Tired of brands that stop at H. Sees Free Label's L-cup range, cautiously interested.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2888" y="4069080"/>
            <a:ext cx="228600" cy="365760"/>
          </a:xfrm>
          <a:prstGeom prst="rightArrow">
            <a:avLst/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EDUCATE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Calibri"/>
              </a:rPr>
              <a:t>Plus-cup confidence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E72"/>
                </a:solidFill>
                <a:latin typeface="Calibri"/>
              </a:rPr>
              <a:t>Watches Sarah's video on larger-cup support. AI confirms wire-free works for her shape.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91456" y="4069080"/>
            <a:ext cx="228600" cy="365760"/>
          </a:xfrm>
          <a:prstGeom prst="rightArrow">
            <a:avLst/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65776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FIT FINDER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Calibri"/>
              </a:rPr>
              <a:t>Plus-cup specific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E72"/>
                </a:solidFill>
                <a:latin typeface="Calibri"/>
              </a:rPr>
              <a:t>Different question set. Surfaces the Andie's reinforced-band variant. Recommends trying L.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50024" y="4069080"/>
            <a:ext cx="228600" cy="365760"/>
          </a:xfrm>
          <a:prstGeom prst="rightArrow">
            <a:avLst/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24344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4344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Calibri"/>
              </a:rPr>
              <a:t>First L-cup wire-free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E72"/>
                </a:solidFill>
                <a:latin typeface="Calibri"/>
              </a:rPr>
              <a:t>Skeptical but tries it. App pre-emptively offers swap window: "Most plus-cup customers swap once. Expected."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08592" y="4069080"/>
            <a:ext cx="228600" cy="365760"/>
          </a:xfrm>
          <a:prstGeom prst="rightArrow">
            <a:avLst/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82912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82912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LOYAL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Calibri"/>
              </a:rPr>
              <a:t>Cup-size advocate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E72"/>
                </a:solidFill>
                <a:latin typeface="Calibri"/>
              </a:rPr>
              <a:t>Becomes a power user. Posts a fit-look in the Tribe (Phase 2). Brand earns a hard-won segment.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E72"/>
                </a:solidFill>
                <a:latin typeface="Calibri"/>
              </a:rPr>
              <a:t>Free Label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E72"/>
                </a:solidFill>
                <a:latin typeface="Calibr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USER FLOW ·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520"/>
                </a:solidFill>
                <a:latin typeface="Georgia"/>
              </a:rPr>
              <a:t>The Drop — small-batch transparency without fake urgency.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0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E72"/>
                </a:solidFill>
                <a:latin typeface="Calibri"/>
              </a:rPr>
              <a:t>The brand's small-batch story is real. The app surfaces it honestly.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Calibri"/>
              </a:rPr>
              <a:t>Drop scheduled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E72"/>
                </a:solidFill>
                <a:latin typeface="Calibri"/>
              </a:rPr>
              <a:t>Studio shows: "220 Carrie bras, ships May 24." Customer sees real production count, not made-up scarcity.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2888" y="4069080"/>
            <a:ext cx="228600" cy="365760"/>
          </a:xfrm>
          <a:prstGeom prst="rightArrow">
            <a:avLst/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LAUNCH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Calibri"/>
              </a:rPr>
              <a:t>Drop goes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E72"/>
                </a:solidFill>
                <a:latin typeface="Calibri"/>
              </a:rPr>
              <a:t>Push: "Carrie bras back in stock — 220 made." Calm, factual, never urgent.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91456" y="4069080"/>
            <a:ext cx="228600" cy="365760"/>
          </a:xfrm>
          <a:prstGeom prst="rightArrow">
            <a:avLst/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65776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PROGRESS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Calibri"/>
              </a:rPr>
              <a:t>Mid-drop transparency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E72"/>
                </a:solidFill>
                <a:latin typeface="Calibri"/>
              </a:rPr>
              <a:t>After 7 days: "140 sold, 80 left." Customer makes informed decision, not pressured.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50024" y="4069080"/>
            <a:ext cx="228600" cy="365760"/>
          </a:xfrm>
          <a:prstGeom prst="rightArrow">
            <a:avLst/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24344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4344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RESTOCK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Calibri"/>
              </a:rPr>
              <a:t>Sold-out 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E72"/>
                </a:solidFill>
                <a:latin typeface="Calibri"/>
              </a:rPr>
              <a:t>Last unit goes. Customer joins waitlist. "We restock when 200 customers ask. Currently at 142."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08592" y="4069080"/>
            <a:ext cx="228600" cy="365760"/>
          </a:xfrm>
          <a:prstGeom prst="rightArrow">
            <a:avLst/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82912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82912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HONESTY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Calibri"/>
              </a:rPr>
              <a:t>Trust earned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E72"/>
                </a:solidFill>
                <a:latin typeface="Calibri"/>
              </a:rPr>
              <a:t>Customer knows the brand isn't faking scarcity to sell faster. Brand earns trust competitors can't fake.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E72"/>
                </a:solidFill>
                <a:latin typeface="Calibri"/>
              </a:rPr>
              <a:t>Free Label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E72"/>
                </a:solidFill>
                <a:latin typeface="Calibr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VISUAL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520"/>
                </a:solidFill>
                <a:latin typeface="Georgia"/>
              </a:rPr>
              <a:t>What it looks like in hand.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0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E72"/>
                </a:solidFill>
                <a:latin typeface="Calibri"/>
              </a:rPr>
              <a:t>Wireframe-fidelity mockups in the brand palette — warm cream, terracotta, sage, blush.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2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E72"/>
                </a:solidFill>
                <a:latin typeface="Calibri"/>
              </a:rPr>
              <a:t>EN/FR · sign-in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2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036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036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Home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E72"/>
                </a:solidFill>
                <a:latin typeface="Calibri"/>
              </a:rPr>
              <a:t>Restock alert · drop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2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064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Fit Finder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E72"/>
                </a:solidFill>
                <a:latin typeface="Calibri"/>
              </a:rPr>
              <a:t>4-question 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2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6092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6092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E72"/>
                </a:solidFill>
                <a:latin typeface="Calibri"/>
              </a:rPr>
              <a:t>A-L sizing badge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2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0120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0120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Wardrobe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E72"/>
                </a:solidFill>
                <a:latin typeface="Calibri"/>
              </a:rPr>
              <a:t>"Felt good" log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2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The Drop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E72"/>
                </a:solidFill>
                <a:latin typeface="Calibri"/>
              </a:rPr>
              <a:t>Small-batch transparency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8892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2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88036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8036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7180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Comfort Lab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7180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E72"/>
                </a:solidFill>
                <a:latin typeface="Calibri"/>
              </a:rPr>
              <a:t>Care + fit videos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2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12064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12064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Lab chat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E72"/>
                </a:solidFill>
                <a:latin typeface="Calibri"/>
              </a:rPr>
              <a:t>Multilingual fit AI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6948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2A2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36092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36092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Profile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5236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7E72"/>
                </a:solidFill>
                <a:latin typeface="Calibri"/>
              </a:rPr>
              <a:t>Data · privacy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4D3D"/>
                </a:solidFill>
                <a:latin typeface="Calibri"/>
              </a:rPr>
              <a:t>Full interactive HTML mockup available — opens in any browser.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E72"/>
                </a:solidFill>
                <a:latin typeface="Calibri"/>
              </a:rPr>
              <a:t>Free Label · Mobile App Pitch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E72"/>
                </a:solidFill>
                <a:latin typeface="Calibr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INTELLIGENCE · TIER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520"/>
                </a:solidFill>
                <a:latin typeface="Georgia"/>
              </a:rPr>
              <a:t>AI in service of the right fit, not the prettier silhouette.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0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E72"/>
                </a:solidFill>
                <a:latin typeface="Calibri"/>
              </a:rPr>
              <a:t>Every Tier 1 feature reduces returns or deepens trust.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7A4D3D"/>
                </a:solidFill>
                <a:latin typeface="Georgia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Lab chat (Sonnet)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Multilingual fit + fabric coach. Past-order context. Free size-swap baked 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7A4D3D"/>
                </a:solidFill>
                <a:latin typeface="Georgia"/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Fit-Finder algorithm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4-question flow + body comfort + brand anchor → recommended size.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7A4D3D"/>
                </a:solidFill>
                <a:latin typeface="Georgia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Multilingual brand-voice translation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EN-first; AI drafts FR; brand glossary preserves Andie, Carrie, Free.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7A4D3D"/>
                </a:solidFill>
                <a:latin typeface="Georgia"/>
              </a:rP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Visual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Photograph a bra style — find it in catalog.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7A4D3D"/>
                </a:solidFill>
                <a:latin typeface="Georgia"/>
              </a:rPr>
              <a:t>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Wardrobe-gap analyser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"You have 3 Andies but no Carrie" — recommends from your real wardrobe.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7A4D3D"/>
                </a:solidFill>
                <a:latin typeface="Georgia"/>
              </a:rPr>
              <a:t>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Restock prediction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Waitlist + viewer interest signal feeds Drop scheduler — never fake urgency.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E72"/>
                </a:solidFill>
                <a:latin typeface="Calibri"/>
              </a:rPr>
              <a:t>Free Label · Mobile App Pitch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E72"/>
                </a:solidFill>
                <a:latin typeface="Calibr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INTELLIGENCE · TIER 2 &amp;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520"/>
                </a:solidFill>
                <a:latin typeface="Georgia"/>
              </a:rPr>
              <a:t>AI that powers AR fit, photo fit-check, and the back office.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0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E72"/>
                </a:solidFill>
                <a:latin typeface="Calibri"/>
              </a:rPr>
              <a:t>Phase 2 customer-facing AI plus operational AI the customer never sees.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7A4D3D"/>
                </a:solidFill>
                <a:latin typeface="Georgia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AR fit visualisation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Phone camera shows bra silhouette on body proportions.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7A4D3D"/>
                </a:solidFill>
                <a:latin typeface="Georgia"/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Vision-based fit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Mirror photo → fit feedback (band, cup, strap).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7A4D3D"/>
                </a:solidFill>
                <a:latin typeface="Georgia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Plus-cup (G–L) AI confidence 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Dedicated content generation for under-served segment.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7A4D3D"/>
                </a:solidFill>
                <a:latin typeface="Georgia"/>
              </a:rP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Returns triage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Fit-related vs damage-related routing.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7A4D3D"/>
                </a:solidFill>
                <a:latin typeface="Georgia"/>
              </a:rPr>
              <a:t>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Demand-sensing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Wishlists + Drop signals feed small-batch planning.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7A4D3D"/>
                </a:solidFill>
                <a:latin typeface="Georgia"/>
              </a:rPr>
              <a:t>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Multilingual content scaling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EN-first, AI drafts FR/ES/IT/JP, editors approve.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80644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7240" y="6035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6035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7A4D3D"/>
                </a:solidFill>
                <a:latin typeface="Georgia"/>
              </a:rPr>
              <a:t>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59436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Counterfeit listing detection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62636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Amazon / eBay / Poshmark.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580644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00800" y="6035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3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6035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7A4D3D"/>
                </a:solidFill>
                <a:latin typeface="Georgia"/>
              </a:rPr>
              <a:t>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59436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Calibri"/>
              </a:rPr>
              <a:t>Trans + nonbinary fit AI guidance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62636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Phase 3 — opt-in, careful, brand-side review on every claim.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E72"/>
                </a:solidFill>
                <a:latin typeface="Calibri"/>
              </a:rPr>
              <a:t>Free Label · Mobile App Pitch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E72"/>
                </a:solidFill>
                <a:latin typeface="Calibr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DATA WITH CONSENT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520"/>
                </a:solidFill>
                <a:latin typeface="Georgia"/>
              </a:rPr>
              <a:t>What we collect — and what we won't.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0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E72"/>
                </a:solidFill>
                <a:latin typeface="Calibri"/>
              </a:rPr>
              <a:t>Default to opt-in per category. A self-serve "what we know about you" screen, always.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944368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Calibri"/>
              </a:rPr>
              <a:t>Identity &amp; 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358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email, name, address — orders and shipping.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2651760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19088" y="2944368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2743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Calibri"/>
              </a:rPr>
              <a:t>Fit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30358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cup, band, body comfort preferences.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38728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831336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630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Calibri"/>
              </a:rPr>
              <a:t>Body shape (opt-in)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92277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for fit-finder accuracy — never required.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3538728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19088" y="3831336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3630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Calibri"/>
              </a:rPr>
              <a:t>Language &amp; region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392277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UI language, country, currency.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25696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4718304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51713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Calibri"/>
              </a:rPr>
              <a:t>Wardrobe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80974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registered pieces, "felt good" logs, return reasons.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4425696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19088" y="4718304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8" y="451713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Calibri"/>
              </a:rPr>
              <a:t>Brand anchor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8" y="480974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what you wear now — for fit-finder accuracy.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12664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560527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40410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Calibri"/>
              </a:rPr>
              <a:t>Engagement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6967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views, wishlists, restock alerts opted into.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4768" y="5312664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19088" y="560527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93408" y="540410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Calibri"/>
              </a:rPr>
              <a:t>Channel of origin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56967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online / Vancouver studio / boutique referral.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608076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6126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 DO NOT COLLECT  ·  weight or BMI  ·  before/after photos  ·  precise GPS  ·  contacts  ·  social-graph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E72"/>
                </a:solidFill>
                <a:latin typeface="Calibri"/>
              </a:rPr>
              <a:t>Free Label · Mobile App Pitch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E72"/>
                </a:solidFill>
                <a:latin typeface="Calibr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HOW IT'S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520"/>
                </a:solidFill>
                <a:latin typeface="Georgia"/>
              </a:rPr>
              <a:t>A modern stack — boring where it should be, sharp where it counts.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0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520"/>
                </a:solidFill>
                <a:latin typeface="Calibri"/>
              </a:rPr>
              <a:t>•  React Native + Expo (iOS &amp; Android)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520"/>
                </a:solidFill>
                <a:latin typeface="Calibri"/>
              </a:rPr>
              <a:t>•  OTA updates for drop cadence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520"/>
                </a:solidFill>
                <a:latin typeface="Calibri"/>
              </a:rPr>
              <a:t>•  Apple / Google sign-in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Commerce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520"/>
                </a:solidFill>
                <a:latin typeface="Calibri"/>
              </a:rPr>
              <a:t>•  Shopify storefront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520"/>
                </a:solidFill>
                <a:latin typeface="Calibri"/>
              </a:rPr>
              <a:t>•  Multi-currency CAD/USD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520"/>
                </a:solidFill>
                <a:latin typeface="Calibri"/>
              </a:rPr>
              <a:t>•  RevenueCat for any subscriptions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Fit + production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520"/>
                </a:solidFill>
                <a:latin typeface="Calibri"/>
              </a:rPr>
              <a:t>•  Node + TypeScript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520"/>
                </a:solidFill>
                <a:latin typeface="Calibri"/>
              </a:rPr>
              <a:t>•  Postgres + pgvector for visual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520"/>
                </a:solidFill>
                <a:latin typeface="Calibri"/>
              </a:rPr>
              <a:t>•  Fit-Finder rules · Drop tracker · swap workflow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72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520"/>
                </a:solidFill>
                <a:latin typeface="Calibri"/>
              </a:rPr>
              <a:t>•  Claude (Sonnet 4.6 chat, Haiku 4.5 batch)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520"/>
                </a:solidFill>
                <a:latin typeface="Calibri"/>
              </a:rPr>
              <a:t>•  Embeddings for visual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520"/>
                </a:solidFill>
                <a:latin typeface="Calibri"/>
              </a:rPr>
              <a:t>•  PostHog analytics, Sentry errors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E72"/>
                </a:solidFill>
                <a:latin typeface="Calibri"/>
              </a:rPr>
              <a:t>Free Label · Mobile App Pitch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E72"/>
                </a:solidFill>
                <a:latin typeface="Calibr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THE STUDIO · WEB ADMIN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520"/>
                </a:solidFill>
                <a:latin typeface="Georgia"/>
              </a:rPr>
              <a:t>The internal twin of the mobile app.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0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7E72"/>
                </a:solidFill>
                <a:latin typeface="Calibri"/>
              </a:rPr>
              <a:t>Customers use the mobile app. Your team uses The Studio. Same backend, same brand language — different surface for different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743200"/>
            <a:ext cx="39319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27889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SHOPIFY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1089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Catalog · orders · payments — unchanged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11064240" cy="640080"/>
          </a:xfrm>
          <a:prstGeom prst="roundRect">
            <a:avLst>
              <a:gd name="adj" fmla="val 12000"/>
            </a:avLst>
          </a:prstGeom>
          <a:solidFill>
            <a:srgbClr val="F0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04487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7A4D3D"/>
                </a:solidFill>
                <a:latin typeface="Calibri"/>
              </a:rPr>
              <a:t>SHARED API · Postgres · Auth · AI gateway · Fit-Finder rules · Drop tracker · Swap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5440680" cy="36576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77316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MOBILE APP — IOS &amp; ANDROID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208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520"/>
                </a:solidFill>
                <a:latin typeface="Calibri"/>
              </a:rPr>
              <a:t>Customer-facing · Fit Finder · Wardrobe · Drop · Comfort Lab · Shop · Free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4754880"/>
            <a:ext cx="5440680" cy="365760"/>
          </a:xfrm>
          <a:prstGeom prst="roundRect">
            <a:avLst>
              <a:gd name="adj" fmla="val 12000"/>
            </a:avLst>
          </a:prstGeom>
          <a:solidFill>
            <a:srgbClr val="2A2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77316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THE STUDIO — WEB ADMIN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21208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520"/>
                </a:solidFill>
                <a:latin typeface="Calibri"/>
              </a:rPr>
              <a:t>Internal · Fit-Finder rules · drops · production tracker · swaps · Lab content · concierge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BUILT FOR YOUR TEAM   —   Jess + production ops + concierge. Bilingual EN/FR. Brand-palette UI.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E72"/>
                </a:solidFill>
                <a:latin typeface="Calibri"/>
              </a:rPr>
              <a:t>Free Label · Mobile App Pitch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E72"/>
                </a:solidFill>
                <a:latin typeface="Calibr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HOW WE'LL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520"/>
                </a:solidFill>
                <a:latin typeface="Georgia"/>
              </a:rPr>
              <a:t>Roadmap — first nine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0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11064240" cy="25400"/>
          </a:xfrm>
          <a:prstGeom prst="rect">
            <a:avLst/>
          </a:prstGeom>
          <a:solidFill>
            <a:srgbClr val="E6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Weeks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A2520"/>
                </a:solidFill>
                <a:latin typeface="Georgia"/>
              </a:rPr>
              <a:t>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Customer interviews — cult-fan with 6+ pieces, new buyer with first return, plus-cup G-L customer, trans/nonbinary customer using bra as binder, Vancouver-local. Audit fit-related return data. Lock Phase 1 scope.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Weeks 3–16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A2520"/>
                </a:solidFill>
                <a:latin typeface="Georgia"/>
              </a:rPr>
              <a:t>Phase 1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Fit Finder, Wardrobe, Drop, Comfort Lab, Shop, Free, Tier 1 AI, The Studio. EN/FR at launch.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Weeks 17–30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A2520"/>
                </a:solidFill>
                <a:latin typeface="Georgia"/>
              </a:rPr>
              <a:t>Phase 2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AR fit, vision fit-check, plus-cup confidence content, wholesale B2B, trans/nonbinary fit guidance.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9556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1540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Weeks 31–40+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A2520"/>
                </a:solidFill>
                <a:latin typeface="Georgia"/>
              </a:rPr>
              <a:t>Phase 3 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Editorial, VOICES films, content scaling, demand sensing, counterfeit detection.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E72"/>
                </a:solidFill>
                <a:latin typeface="Calibri"/>
              </a:rPr>
              <a:t>Free Label · Mobile App Pitch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E72"/>
                </a:solidFill>
                <a:latin typeface="Calibr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HOW WE'LL KNOW IT'S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520"/>
                </a:solidFill>
                <a:latin typeface="Georgia"/>
              </a:rPr>
              <a:t>The metrics that matter.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0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A4D3D"/>
                </a:solidFill>
                <a:latin typeface="Calibri"/>
              </a:rPr>
              <a:t>Return rate · bras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Returns / orders, app cohort vs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Georgia"/>
              </a:rPr>
              <a:t>Target −30% on app cohort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560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A4D3D"/>
                </a:solidFill>
                <a:latin typeface="Calibri"/>
              </a:rPr>
              <a:t>Fit Finder conversion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546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% of users who buy after running the Fit Finder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931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Georgia"/>
              </a:rPr>
              <a:t>Target ≥ 70%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560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A4D3D"/>
                </a:solidFill>
                <a:latin typeface="Calibri"/>
              </a:rPr>
              <a:t>Swap-to-keep ratio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1546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% of swaps that result in a kept piece (not a refund)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931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Georgia"/>
              </a:rPr>
              <a:t>Target ≥ 80%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8056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A4D3D"/>
                </a:solidFill>
                <a:latin typeface="Calibri"/>
              </a:rPr>
              <a:t>Wardrobe "felt good"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Average "felt good" tags per registered piece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52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Georgia"/>
              </a:rPr>
              <a:t>Target ≥ 5 by month 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48056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A4D3D"/>
                </a:solidFill>
                <a:latin typeface="Calibri"/>
              </a:rPr>
              <a:t>Drop sell-through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0749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% of drop sold before next batch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852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Georgia"/>
              </a:rPr>
              <a:t>Target ≥ 80% within 30 days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48056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A4D3D"/>
                </a:solidFill>
                <a:latin typeface="Calibri"/>
              </a:rPr>
              <a:t>Plus-cup share (G–L)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0749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% of customers in plus-cup range using 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852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A2520"/>
                </a:solidFill>
                <a:latin typeface="Georgia"/>
              </a:rPr>
              <a:t>Target ≥ 25% by month 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E72"/>
                </a:solidFill>
                <a:latin typeface="Calibri"/>
              </a:rPr>
              <a:t>Free Label · Mobile App Pitch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E72"/>
                </a:solidFill>
                <a:latin typeface="Calibr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HOW IT WILL FEEL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520"/>
                </a:solidFill>
                <a:latin typeface="Georgia"/>
              </a:rPr>
              <a:t>Design principles.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0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A4D3D"/>
                </a:solidFill>
                <a:latin typeface="Calibri"/>
              </a:rPr>
              <a:t>Comfort over compression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Free Label is wire-free, elastic-free, body-first. Never "slimming" or "flattering" language.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46888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651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A4D3D"/>
                </a:solidFill>
                <a:latin typeface="Calibri"/>
              </a:rPr>
              <a:t>Body shape is opt-in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0632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Never weight or BMI. Body comfort preferences only with explicit consent.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A4D3D"/>
                </a:solidFill>
                <a:latin typeface="Calibri"/>
              </a:rPr>
              <a:t>Real demand, not fake urgency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The Drop shows real batch counts. No countdown timers, no fake "only X left" pressure.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8620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069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A4D3D"/>
                </a:solidFill>
                <a:latin typeface="Calibri"/>
              </a:rPr>
              <a:t>Free swap is a feature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4805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Most customers find their fit on swap #2. The app makes that the expected path, not a failure.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0352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486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A4D3D"/>
                </a:solidFill>
                <a:latin typeface="Calibri"/>
              </a:rPr>
              <a:t>Recognition over discounts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Free tier rewards fit-finder use, reviews, referrals. Not new-buy bribes.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530352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486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A4D3D"/>
                </a:solidFill>
                <a:latin typeface="Calibri"/>
              </a:rPr>
              <a:t>Inclusive by default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8978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7E72"/>
                </a:solidFill>
                <a:latin typeface="Calibri"/>
              </a:rPr>
              <a:t>A–L cup, 2X–5X, trans/nonbinary content. The default is welcome, not opt-in.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E72"/>
                </a:solidFill>
                <a:latin typeface="Calibri"/>
              </a:rPr>
              <a:t>Free Label · Mobile App Pitch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E72"/>
                </a:solidFill>
                <a:latin typeface="Calibr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WORKING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520"/>
                </a:solidFill>
                <a:latin typeface="Georgia"/>
              </a:rPr>
              <a:t>How we'd partner.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0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7A4D3D"/>
                </a:solidFill>
                <a:latin typeface="Georgia"/>
              </a:rPr>
              <a:t>Discovery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7E72"/>
                </a:solidFill>
                <a:latin typeface="Calibri"/>
              </a:rPr>
              <a:t>Two weeks. Customer interviews — cult-fan, new buyer with first return, plus-cup G-L customer, trans/nonbinary customer, Vancouver-local. Walk away with a signed Phase 1 spec.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28600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5603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7A4D3D"/>
                </a:solidFill>
                <a:latin typeface="Georgia"/>
              </a:rPr>
              <a:t>Embedded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1546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7E72"/>
                </a:solidFill>
                <a:latin typeface="Calibri"/>
              </a:rPr>
              <a:t>A small team — lead engineer, mobile engineer, designer, bilingual QA — works as an extension of yours. Weekly demos.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5196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7A4D3D"/>
                </a:solidFill>
                <a:latin typeface="Georgia"/>
              </a:rPr>
              <a:t>Brand-side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7E72"/>
                </a:solidFill>
                <a:latin typeface="Calibri"/>
              </a:rPr>
              <a:t>Every customer-facing fit, care, or product claim reviewed by your editorial team. AI generates; humans approve.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25196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526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7A4D3D"/>
                </a:solidFill>
                <a:latin typeface="Georgia"/>
              </a:rPr>
              <a:t>Always your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12064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7E72"/>
                </a:solidFill>
                <a:latin typeface="Calibri"/>
              </a:rPr>
              <a:t>Source code, customer data, AI logs, the Fit-Finder rules engine all live in your accounts.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E72"/>
                </a:solidFill>
                <a:latin typeface="Calibri"/>
              </a:rPr>
              <a:t>Free Label · Mobile App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E72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4D3D"/>
                </a:solidFill>
                <a:latin typeface="Calibri"/>
              </a:rPr>
              <a:t>WHY THIS WORKS FOR FREE 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2A2520"/>
                </a:solidFill>
                <a:latin typeface="Georgia"/>
              </a:rPr>
              <a:t>The bet behind the build.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0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73152" cy="868680"/>
          </a:xfrm>
          <a:prstGeom prst="rect">
            <a:avLst/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2520"/>
                </a:solidFill>
                <a:latin typeface="Georgia"/>
              </a:rPr>
              <a:t>Fit AI pays for the rest of the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7E72"/>
                </a:solidFill>
                <a:latin typeface="Calibri"/>
              </a:rPr>
              <a:t>A 6-point return-rate drop on bras is real money. A Fit Finder that lands customers on the right size in 1–2 tries funds the entire build in year 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46120"/>
            <a:ext cx="73152" cy="868680"/>
          </a:xfrm>
          <a:prstGeom prst="rect">
            <a:avLst/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91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2520"/>
                </a:solidFill>
                <a:latin typeface="Georgia"/>
              </a:rPr>
              <a:t>Inclusivity is your moat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49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7E72"/>
                </a:solidFill>
                <a:latin typeface="Calibri"/>
              </a:rPr>
              <a:t>A-L cup, up to 5X, trans/nonbinary content, plus-cup confidence. Most fast-fashion bra brands stop at H. Free Label wins the underserved 30% of the market.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73152" cy="868680"/>
          </a:xfrm>
          <a:prstGeom prst="rect">
            <a:avLst/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51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2520"/>
                </a:solidFill>
                <a:latin typeface="Georgia"/>
              </a:rPr>
              <a:t>Small-batch transparency builds trust competitors can't fake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09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7E72"/>
                </a:solidFill>
                <a:latin typeface="Calibri"/>
              </a:rPr>
              <a:t>The Drop shows real batch counts and waitlist mechanics. Honest scarcity. The customer knows you're not gaming her.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6360"/>
            <a:ext cx="73152" cy="868680"/>
          </a:xfrm>
          <a:prstGeom prst="rect">
            <a:avLst/>
          </a:prstGeom>
          <a:solidFill>
            <a:srgbClr val="C0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212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A2520"/>
                </a:solidFill>
                <a:latin typeface="Georgia"/>
              </a:rPr>
              <a:t>AI in service of comfort, not body-shaping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69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7E72"/>
                </a:solidFill>
                <a:latin typeface="Calibri"/>
              </a:rPr>
              <a:t>We use AI to recommend size, suggest fabric care, route swaps. Never to invent shapewear language. The brand's reputation is safer for the building.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7E72"/>
                </a:solidFill>
                <a:latin typeface="Calibri"/>
              </a:rPr>
              <a:t>Free Label · Mobile App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7E72"/>
                </a:solidFill>
                <a:latin typeface="Calibr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4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1097280"/>
            <a:ext cx="365760" cy="365760"/>
          </a:xfrm>
          <a:prstGeom prst="ellipse">
            <a:avLst/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10544" y="2615184"/>
            <a:ext cx="256032" cy="256032"/>
          </a:xfrm>
          <a:prstGeom prst="ellipse">
            <a:avLst/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08592" y="3639312"/>
            <a:ext cx="402336" cy="402336"/>
          </a:xfrm>
          <a:prstGeom prst="ellipse">
            <a:avLst/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26496" y="4974336"/>
            <a:ext cx="292608" cy="292608"/>
          </a:xfrm>
          <a:prstGeom prst="ellipse">
            <a:avLst/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31552" y="5742432"/>
            <a:ext cx="219456" cy="219456"/>
          </a:xfrm>
          <a:prstGeom prst="ellipse">
            <a:avLst/>
          </a:prstGeom>
          <a:solidFill>
            <a:srgbClr val="C9A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A85E"/>
                </a:solidFill>
                <a:latin typeface="Calibri"/>
              </a:rPr>
              <a:t>NEXT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0584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>
                <a:solidFill>
                  <a:srgbClr val="FFFFFF"/>
                </a:solidFill>
                <a:latin typeface="Georgia"/>
              </a:rPr>
              <a:t>A two-week paid discovery.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9601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3E8C7"/>
                </a:solidFill>
                <a:latin typeface="Calibri"/>
              </a:rPr>
              <a:t>We sit with your team in Vancouver. We talk to ten of your customers — cult-fan, plus-cup, first-time buyer, trans/nonbinary, repair customer. We audit the fit-related return data. We come back with a lockable Phase 1 scope and a working prototype of the Fit Finder and Drop flows in EN and FR.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A85E"/>
                </a:solidFill>
                <a:latin typeface="Calibri"/>
              </a:rPr>
              <a:t>WHAT YOU 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 lockable feature scope, costed and timeboxed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An interactive prototype of two core flows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 summary of customer interviews and what we heard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 go / no-go recommendation. Yours either way.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3E8C7"/>
                </a:solidFill>
                <a:latin typeface="Calibri"/>
              </a:rPr>
              <a:t>Free Label · Mobile App Pitch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3E8C7"/>
                </a:solidFill>
                <a:latin typeface="Calibri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