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45720"/>
          </a:xfrm>
          <a:prstGeom prst="rect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73152" cy="2194560"/>
          </a:xfrm>
          <a:prstGeom prst="rect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F4A36"/>
                </a:solidFill>
                <a:latin typeface="Calibri"/>
              </a:rPr>
              <a:t>MOBILE APP ·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1F1D18"/>
                </a:solidFill>
                <a:latin typeface="Georgia"/>
              </a:rPr>
              <a:t>Erth to Erth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4A36"/>
                </a:solidFill>
                <a:latin typeface="Georgia"/>
              </a:rPr>
              <a:t>Clothes that come back to the earth —</a:t>
            </a:r>
          </a:p>
          <a:p>
            <a:pPr algn="l"/>
            <a:r>
              <a:rPr sz="2800" b="0">
                <a:solidFill>
                  <a:srgbClr val="2F4A36"/>
                </a:solidFill>
                <a:latin typeface="Georgia"/>
              </a:rPr>
              <a:t>and to the people who wear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A companion app for a circular wardrobe.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Prepared for the Erth to Erth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The wardrobe is becoming circular.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>
                <a:solidFill>
                  <a:srgbClr val="2F4A36"/>
                </a:solidFill>
                <a:latin typeface="Georgia"/>
              </a:rPr>
              <a:t>92M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tonnes of textile waste</a:t>
            </a:r>
          </a:p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generated globally each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Customers want brands that close the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>
                <a:solidFill>
                  <a:srgbClr val="2F4A36"/>
                </a:solidFill>
                <a:latin typeface="Georgia"/>
              </a:rPr>
              <a:t>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of Gen Z &amp; Millennials say</a:t>
            </a:r>
          </a:p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sustainability shapes purchases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But they need help making it concrete.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>
                <a:solidFill>
                  <a:srgbClr val="2F4A36"/>
                </a:solidFill>
                <a:latin typeface="Georgia"/>
              </a:rPr>
              <a:t>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engagement on apps with</a:t>
            </a:r>
          </a:p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lifecycle features vs. shop-only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A passport + closet beats yet another store.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Not another store — a wardrobe companion.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1D18"/>
                </a:solidFill>
                <a:latin typeface="Georgia"/>
              </a:rPr>
              <a:t>The web store sells. The app stewards.</a:t>
            </a:r>
          </a:p>
          <a:p>
            <a:pPr algn="l"/>
            <a:r>
              <a:rPr sz="2200" b="0">
                <a:solidFill>
                  <a:srgbClr val="1F1D18"/>
                </a:solidFill>
                <a:latin typeface="Georgia"/>
              </a:rPr>
              <a:t/>
            </a:r>
          </a:p>
          <a:p>
            <a:pPr algn="l"/>
            <a:r>
              <a:rPr sz="2200" b="0">
                <a:solidFill>
                  <a:srgbClr val="1F1D18"/>
                </a:solidFill>
                <a:latin typeface="Georgia"/>
              </a:rPr>
              <a:t>Customers scan a tag on any Erth to Erth piece to open its garment passport — origin, materials, care, lifecycle. They build a digital closet of what they own, earn rewards for circular actions, and are guided to the right size, the right repair, the right next life for every piece.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1D18"/>
                </a:solidFill>
                <a:latin typeface="Calibri"/>
              </a:rPr>
              <a:t>• Deepens the relationship with the most engaged customers</a:t>
            </a:r>
          </a:p>
          <a:p>
            <a:pPr algn="l"/>
            <a:r>
              <a:rPr sz="1400" b="0">
                <a:solidFill>
                  <a:srgbClr val="1F1D18"/>
                </a:solidFill>
                <a:latin typeface="Calibri"/>
              </a:rPr>
              <a:t>• Creates proof — and content — for the brand's circular story</a:t>
            </a:r>
          </a:p>
          <a:p>
            <a:pPr algn="l"/>
            <a:r>
              <a:rPr sz="1400" b="0">
                <a:solidFill>
                  <a:srgbClr val="1F1D18"/>
                </a:solidFill>
                <a:latin typeface="Calibri"/>
              </a:rPr>
              <a:t>• Turns every garment sold into the start of a recurring relationship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Four pillars — three customer-facing, one internal.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974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2F4A36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D18"/>
                </a:solidFill>
                <a:latin typeface="Georgia"/>
              </a:rPr>
              <a:t>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A curated mobile storefront — drops, look-books, fast checkout — that feels like the brand, not a generic Shopify wrapper.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Drops &amp; restock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982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Look-books &amp; stories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790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One-tap checkout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103120"/>
            <a:ext cx="26974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23774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3774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2F4A36"/>
                </a:solidFill>
                <a:latin typeface="Georg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175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D18"/>
                </a:solidFill>
                <a:latin typeface="Georgia"/>
              </a:rPr>
              <a:t>Closet &amp; Passport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2044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Every piece a customer owns gets a digital twin — its story, its care, its wear count, its next life.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1206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Scan-to-register (QR / NFC)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44982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Wear log &amp; care reminders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7790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Material &amp; origin transparency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03120"/>
            <a:ext cx="26974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23774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3774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2F4A36"/>
                </a:solidFill>
                <a:latin typeface="Georg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0175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D18"/>
                </a:solidFill>
                <a:latin typeface="Georgia"/>
              </a:rPr>
              <a:t>Circular Rewards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Points, tiers, and recognition for the actions that matter — return, repair, resell, refer.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1206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Soil → Compost → Bloom tiers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44982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Earn for circular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7790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Redeem on new pieces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103120"/>
            <a:ext cx="269748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26880" y="23774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F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23774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0175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D18"/>
                </a:solidFill>
                <a:latin typeface="Georgia"/>
              </a:rPr>
              <a:t>The Studio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2044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Internal-facing web admin portal — passport editor, repair queue, drop scheduler, sustainability report.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12064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Built for ops &amp; editorial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44982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Same brand palette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77900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1D18"/>
                </a:solidFill>
                <a:latin typeface="Calibri"/>
              </a:rPr>
              <a:t>•  Audit-ready reporting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PHASE 1 · LAUNCH (MONTHS 0–3)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Foundations: shop, closet, rewards.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The minimum app worth installing.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Sign-in &amp;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Apple/Google/email, sizes, style preferences, notification opt-ins.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Mobile 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Catalog, drops, product detail, cart, checkout via Shopify.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Garment passport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Scan a QR or NFC tag to open materials, origin, care, CO₂e.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My Closet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Every piece registered, wear logs, care reminders.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Loyalty wallet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Points balance, tiers, history, redeem on next purchase.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Push notifications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Drops, restocks of saved items, lifecycle nudges.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Fit assistant (AI)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Chat that recommends the right size from your past orders.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Smart recommendations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Catalog tuned to your closet and your style profile.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PHASE 2 · CIRCULAR (MONTHS 4–6)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Closing the loop, in the customer's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The features that make Erth to Erth different.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Take-back &amp; recycle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Book a return label in two taps, points credited on receipt.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Repair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Photo + issue, get a quote, mail in for service.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Repair triage (AI)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Vision model classifies damage and offers DIY guides for small fixes.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Peer resale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List a registered garment in-app, brand earns a small take.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Resale assistant (AI)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Auto-fill title, condition, price and listing copy from photos.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Visual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Photograph a piece — find similar in catalog or resale.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Style quiz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Adaptive quiz that refines style profile and recommendations.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Care reminders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Contextual nudges — weather-aware, fabric-specific.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PHASE 3 · COMMUNITY (MONTHS 7+)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From wardrobe to community.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Stories, swaps, and shared craft.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User looks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Customers post outfits tagged to their registered garments.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Pop-ups, swap parties, repair clinics — RSVP in-app.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Stories from the 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Behind-the-scenes from factories, growers, makers.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Swap circles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Closed groups for trading among trusted members.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Brand journal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Long-form reads from the team, in a calm reading view.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Referrals &amp; gifting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Send a friend a piece, both earn points.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Live drop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Geofenced alerts for in-person drops and pop-ups.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Moderation (AI)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Auto-screen user posts and resale photos before publish.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Onboarding — under 90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Five screens. No forms. The customer is shopping or scanning by step five.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4A36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Welcome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Brand promise in one sentence.</a:t>
            </a:r>
          </a:p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Apple / Google / email.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60904" y="4114800"/>
            <a:ext cx="164592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4A36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Why we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Plain-language privacy note.</a:t>
            </a:r>
          </a:p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Opt-in to each data category.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46904" y="4114800"/>
            <a:ext cx="164592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4A36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Sizes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Pull from past Shopify orders</a:t>
            </a:r>
          </a:p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or 4 quick taps.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32904" y="4114800"/>
            <a:ext cx="164592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4A36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Style spark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Pick 3 looks you love.</a:t>
            </a:r>
          </a:p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Powers your home feed.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18904" y="4114800"/>
            <a:ext cx="164592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4A36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First moment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Scan an item you own —</a:t>
            </a:r>
          </a:p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or explore the new drop.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F4A36"/>
                </a:solidFill>
                <a:latin typeface="Calibri"/>
              </a:rPr>
              <a:t>DESIGN PRINCIPLE   —   Earn permission before asking for data. Show value before asking for time.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USER FLOW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First purchase → registered garment.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From discovery to digital twin in the same week.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Sees the 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Push notification or home-feed hero. Taps in to a look-book story; saves favorites.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Asks the fit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Opens chat from the product page. AI uses past orders and the SKU's measurements to recommend a size.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Checkout in two taps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Shopify checkout via Apple Pay. Order + shipping update push to the app, no email mining required.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RECEIVE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Scans the tag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Item arrives with a QR on the hangtag. One scan opens the passport and adds it to My Closet.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LIVE WITH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Wears, logs, earns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Wear count grows; care reminders arrive; +50 points credited for registering. The relationship has begun.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USER FLOW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The weekly rhythm — what brings a customer 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We don't need them every day. We need them every week, with a reason.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MONDAY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Care nudge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"It's been raining — here's the right way to dry your wool coat." Opens the garment passport with a one-tap care guide.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WEDNESDAY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Drop preview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Members get the new drop 24 hours early. Save items; restock alerts when sizes go live.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FRIDAY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Style spark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Adaptive feed — a few looks built around pieces already in their closet, plus one stretch idea.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SUNDAY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Reflection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"You wore your hemp overshirt 6 times this month — your most-loved piece." Quiet, not gamified.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ANY 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Scan to 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Camera tab is always one tap away. Scan any garment to repair, recycle, or resell — that's the loop.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USER FLOW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The circular action — the moment that defines the brand.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Every existing piece is an opportunity. The app makes it effortless to take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Damage or fatigue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Customer notices a tear or a piece they no longer wear. Opens the app, taps Scan, and reads the garment passport.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CHOOSE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Repair · Resell · Recycle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Three clear options. AI suggests the best one based on condition, age, and demand.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Two-tap 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Print a label or schedule pickup. Repair quote and DIY guide returned in seconds via vision AI.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REWARD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Points &amp; 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Action confirmed; points credited; a private "thank you" with the impact (kg saved, piece's next life).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CLOSE THE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Renewed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Repaired piece returns; resale piece finds a new owner; recycled fibres re-enter production. Customer earns trust in the brand.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VISUAL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What it looks like in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Wireframe-fidelity mockups of the nine core Phase 1 screens.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F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Welcome ·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F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Drop hero · for-you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F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Passport pills · ask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F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2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Camera · QR / NFC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F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Passport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Wears · CO₂e · timeline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F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Closet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Wear-bars · per piece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F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8036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8036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Rewards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Tier · earn list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F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2064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2064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Fit chat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AI sizing · care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948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F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6092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6092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65C"/>
                </a:solidFill>
                <a:latin typeface="Calibri"/>
              </a:rPr>
              <a:t>Data · privacy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F4A36"/>
                </a:solidFill>
                <a:latin typeface="Calibri"/>
              </a:rPr>
              <a:t>Full interactive HTML mockup available — opens in any browser.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INTELLIGENCE ·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AI that earns its keep on day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Reduces returns, raises conversion, makes the passport feel alive.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4A36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Fit &amp; size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Chat that knows your past orders and recommends the right size for the SKU you're viewing.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4A36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Smart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Catalog tuned to your closet, wear log, and style spark — not a generic 'You may also like'.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4A36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Visual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Photograph anything; surface similar pieces from new stock and resale.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4A36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Passport summaries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One-paragraph plain-language origin stories for every SKU, editor-reviewed.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INTELLIGENCE · TIER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AI that powers the loop — and the back office.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Phase 2 customer-facing AI plus operational AI the customer never sees.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4A36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Repair triage from a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Vision model classifies damage, returns instant quote, offers DIY guides for small fixes.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4A36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Resale listing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Auto-fills title, condition, suggested price and copy from three photos.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4A36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Adaptive style 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Each answer reshapes the next question — ends with a profile that drives recommendations.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4A36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Contextual care reminders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Weather + fabric aware. Specific, never generic.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4A36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Demand forecasting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Wishlists + drop signups + view-to-buy → guides production runs. Highest sustainability impact.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4A36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1D18"/>
                </a:solidFill>
                <a:latin typeface="Calibri"/>
              </a:rPr>
              <a:t>Return-reason clustering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Free-text returns clustered weekly into actionable patterns for merchandising.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DATA WITH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What we collect — and what we won't.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Default to opt-in per category. A self-serve "what we know about you" screen, always.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Identity &amp;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email, name, address — for orders and shipping.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sizes, body measurements (opt-in), return reasons — to reduce returns.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Purchase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orders, AOV, channel — to understand value and segment.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088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views, wishlists, push response — to personalise.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Closet (app-unique)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registered items, wear count, photos — proof of durability.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19088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Sustainability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recycle, repair, resale — for impact reporting.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Preferences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style quiz, favoured materials, fit notes — for recommendations.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19088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1D18"/>
                </a:solidFill>
                <a:latin typeface="Calibri"/>
              </a:rPr>
              <a:t>Coarse location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city / region — for demand planning, not tracking.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08076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B66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126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 DO NOT COLLECT  ·  precise GPS  ·  contacts  ·  social-graph imports  ·  third-party ad-tracking IDs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A modern stack — boring where it should be, sharp where it 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React Native + Expo (iOS &amp; Android)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Over-the-air updates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Apple / Google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Shopify storefront API (source of truth)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Klaviyo / Postmark for transactional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Loyalty: in-house ledger or Smile.io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Lifecycle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Node + TypeScript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Postgres (Supabase / Neon)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QR for v1, NFC for premium pieces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Claude (Sonnet 4.6 chat, Haiku 4.5 batch)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Embeddings + pgvector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•  PostHog analytics, Sentry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THE STUDIO · WEB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The internal twin of the mobile app.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65C"/>
                </a:solidFill>
                <a:latin typeface="Calibri"/>
              </a:rPr>
              <a:t>Customers use the mobile app. Your team uses the Studio. Same backend, same brand language — different surface for different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743200"/>
            <a:ext cx="39319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SHOPIFY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108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Catalog · orders · payments — 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E3E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F4A36"/>
                </a:solidFill>
                <a:latin typeface="Calibri"/>
              </a:rPr>
              <a:t>SHARED API · Postgres · Auth · AI gateway · Object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MOBILE APP — IOS &amp; 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Customer-facing · Shop · Closet · Passport · Rewards · Scan · Fit assistant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1F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THE STUDIO — WEB ADMIN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1D18"/>
                </a:solidFill>
                <a:latin typeface="Calibri"/>
              </a:rPr>
              <a:t>Internal · Passport editor · take-back queue · repair queue · resale listings · loyalty admin · sustainability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BUILT FOR YOUR TEAM   —   editors, ops, customer concierge, analysts. Audit-ready sustainability data for marketing &amp; regulators.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HOW WE'LL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Roadmap — first nine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1064240" cy="2540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1D18"/>
                </a:solidFill>
                <a:latin typeface="Georgia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Audit current data, interview customers, lock Phase 1 scope, design system kickoff.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Weeks 3–14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1D18"/>
                </a:solidFill>
                <a:latin typeface="Georgia"/>
              </a:rPr>
              <a:t>Phase 1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Ship the foundation app: shop, closet, passport, rewards, Tier 1 AI. Launch in week 14.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Weeks 15–26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1D18"/>
                </a:solidFill>
                <a:latin typeface="Georgia"/>
              </a:rPr>
              <a:t>Phase 2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Layer in take-back, repair, peer resale, Tier 2 AI. Soft launch the loop.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Weeks 27–36+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F1D18"/>
                </a:solidFill>
                <a:latin typeface="Georgia"/>
              </a:rPr>
              <a:t>Phase 3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Community, events, swap circles, ongoing optimisation.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HOW WE'LL KNOW IT'S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The metrics that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Activation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% of buyers who install the app and register at least one garment in 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1D18"/>
                </a:solidFill>
                <a:latin typeface="Georgia"/>
              </a:rPr>
              <a:t>Target ≥ 35% by month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Repeat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% of app users who place a second order within 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1D18"/>
                </a:solidFill>
                <a:latin typeface="Georgia"/>
              </a:rPr>
              <a:t>Target +25% vs. non-app cohort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Return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Returns / orders, app cohort vs.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1D18"/>
                </a:solidFill>
                <a:latin typeface="Georgia"/>
              </a:rPr>
              <a:t>Target -20% on app users with fit assistant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Closet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Average garments registered per active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1D18"/>
                </a:solidFill>
                <a:latin typeface="Georgia"/>
              </a:rPr>
              <a:t>Target ≥ 4 by month 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Circular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Repair / resale / recycle events per active user / quarter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1D18"/>
                </a:solidFill>
                <a:latin typeface="Georgia"/>
              </a:rPr>
              <a:t>Target ≥ 1 by month 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NPS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App-cohort net promoter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1D18"/>
                </a:solidFill>
                <a:latin typeface="Georgia"/>
              </a:rPr>
              <a:t>Target ≥ 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HOW IT WILL 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Design principles.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Calm, not addictive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No streaks, no anxiety design, no infinite scroll. The app should make customers feel grounded, not hooked.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Permission before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Every data category is opt-in with a plain-English reason. The customer can read what we know, anytime.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Material honesty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When the materials, origin, or impact are imperfect, we say so. The brand's credibility is in the honesty.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Slow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Fast where it matters (checkout, scan), unhurried where it doesn't (reading, reflection).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AI in service of 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AI helps customers choose, repair, and resell — never to manipulate, upsell, or replace human craft.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4A36"/>
                </a:solidFill>
                <a:latin typeface="Calibri"/>
              </a:rPr>
              <a:t>Earth-first 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65C"/>
                </a:solidFill>
                <a:latin typeface="Calibri"/>
              </a:rPr>
              <a:t>The brand voice is steady, generous, never alarmist or preachy.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How we'd partner.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F4A36"/>
                </a:solidFill>
                <a:latin typeface="Georgia"/>
              </a:rPr>
              <a:t>Discovery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Two weeks. Customer interviews, data audit, scope-locking. Walks away with a signed Phase 1 spec — even if you don't build with 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F4A36"/>
                </a:solidFill>
                <a:latin typeface="Georgia"/>
              </a:rPr>
              <a:t>Embedded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A small team — a lead engineer, a mobile engineer, a designer — works as an extension of yours. Weekly demos, never a black box.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F4A36"/>
                </a:solidFill>
                <a:latin typeface="Georgia"/>
              </a:rPr>
              <a:t>Steady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After launch, one engineer maintains the app, one analyst watches the metrics, the team is on call for incidents.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F4A36"/>
                </a:solidFill>
                <a:latin typeface="Georgia"/>
              </a:rPr>
              <a:t>Always your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Source code, customer data, model logs all live in your accounts — Shopify, Supabase, your cloud. We hold no lock-in.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4A36"/>
                </a:solidFill>
                <a:latin typeface="Calibri"/>
              </a:rPr>
              <a:t>WHY THIS WORKS FOR ERTH TO ERTH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F1D18"/>
                </a:solidFill>
                <a:latin typeface="Georgia"/>
              </a:rPr>
              <a:t>The bet behind the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73152" cy="868680"/>
          </a:xfrm>
          <a:prstGeom prst="rect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D18"/>
                </a:solidFill>
                <a:latin typeface="Georgia"/>
              </a:rPr>
              <a:t>Your story is your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Most fashion apps are bigger, faster, glossier — but none of them can tell your story honestly. The passport is yours to 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73152" cy="868680"/>
          </a:xfrm>
          <a:prstGeom prst="rect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D18"/>
                </a:solidFill>
                <a:latin typeface="Georgia"/>
              </a:rPr>
              <a:t>The most engaged customer is the next purchase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App users buy more, return less, and refer better — not because of dark patterns, but because the relationship is deeper.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73152" cy="868680"/>
          </a:xfrm>
          <a:prstGeom prst="rect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D18"/>
                </a:solidFill>
                <a:latin typeface="Georgia"/>
              </a:rPr>
              <a:t>Circular features generate proof, not just rhetoric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Every repair, resale, and recycle event becomes data, content, and credibility — for marketing, regulators, and investors.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60"/>
            <a:ext cx="73152" cy="868680"/>
          </a:xfrm>
          <a:prstGeom prst="rect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1D18"/>
                </a:solidFill>
                <a:latin typeface="Georgia"/>
              </a:rPr>
              <a:t>Built to grow with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65C"/>
                </a:solidFill>
                <a:latin typeface="Calibri"/>
              </a:rPr>
              <a:t>Start small in Phase 1. Every later phase compounds the closet you've already built. No throwaway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EAD0"/>
                </a:solidFill>
                <a:latin typeface="Calibri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Georgia"/>
              </a:rPr>
              <a:t>A two-week paid discovery.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3EAD0"/>
                </a:solidFill>
                <a:latin typeface="Calibri"/>
              </a:rPr>
              <a:t>We sit with your team. We talk to ten of your customers. We audit what you already know about them. We come back with a lockable Phase 1 scope — and a working interactive prototype of three core 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EAD0"/>
                </a:solidFill>
                <a:latin typeface="Calibri"/>
              </a:rPr>
              <a:t>WHAT YOU 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lockable feature scope, costed and timeboxed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An interactive prototype of onboarding, scan, and rewards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list of the customer interviews and what we heard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go / no-go recommendation. Yours either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65C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65C"/>
                </a:solidFill>
                <a:latin typeface="Calibri"/>
              </a:rPr>
              <a:t>23 /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3EAD0"/>
                </a:solidFill>
                <a:latin typeface="Calibri"/>
              </a:rPr>
              <a:t>Erth to Erth · Mobile App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3EAD0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